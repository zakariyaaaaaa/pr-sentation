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ACD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ACD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54864" cy="146304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A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programmation moderne et performant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3657600" cy="36576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Smitek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Open Source — Google — 2009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Go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BSD — code ouvert à la communauté mondiale des développeurs.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51760" cy="73152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par Google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 en interne chez Google, publié officiellement en 2009.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51760" cy="73152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Rapide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être aussi rapide que C, aussi lisible que Python.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Créateurs de 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0160" y="1371600"/>
            <a:ext cx="1005840" cy="1005840"/>
          </a:xfrm>
          <a:prstGeom prst="ellipse">
            <a:avLst/>
          </a:prstGeom>
          <a:solidFill>
            <a:srgbClr val="00ACD7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38988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👨‍💻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Griesemer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Compilateur &amp; Runtime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371600"/>
            <a:ext cx="1005840" cy="1005840"/>
          </a:xfrm>
          <a:prstGeom prst="ellipse">
            <a:avLst/>
          </a:prstGeom>
          <a:solidFill>
            <a:srgbClr val="00ACD7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138988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Pike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9 &amp; Unix expert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371600"/>
            <a:ext cx="1005840" cy="1005840"/>
          </a:xfrm>
          <a:prstGeom prst="ellipse">
            <a:avLst/>
          </a:prstGeom>
          <a:solidFill>
            <a:srgbClr val="00ACD7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38988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Thompson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Co-créateur d'Unix &amp; 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E8F8FD"/>
          </a:solidFill>
          <a:ln w="12700">
            <a:solidFill>
              <a:srgbClr val="00AC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49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: Créer un langage aussi rapide que C, aussi simple que Python.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Principales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" cy="15544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Syntaxe simple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lire et à maintenir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64008" cy="15544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Compilation rapide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times en quelques secondes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15544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Garbage Collector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mémoire automatique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26517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64008" cy="15544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Goroutines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native et légère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6517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08960"/>
            <a:ext cx="64008" cy="15544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Multi-plateforme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Mac, Windows et plus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108960"/>
            <a:ext cx="26517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108960"/>
            <a:ext cx="64008" cy="155448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Typage statique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détectées à la compilation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Programme 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0" cy="356616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14630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46304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99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"fmt"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fmt.Println(</a:t>
            </a:r>
            <a:pPr indent="0" marL="0">
              <a:buNone/>
            </a:pP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50292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Hello, World!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417320"/>
            <a:ext cx="320040" cy="320040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664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du programme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286000"/>
            <a:ext cx="320040" cy="320040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"fmt"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2532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 la bibliothèque de formatage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3154680"/>
            <a:ext cx="320040" cy="320040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main()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principale (obligatoire)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4023360"/>
            <a:ext cx="320040" cy="320040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fmt.Println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du texte dans la console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Les Avantages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533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apprendre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581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minimaliste, courbe d'apprentissage douce même pour les débutants.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984248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10312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048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rapide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31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proches du C/C++ grâce à la compilation native.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734056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8529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081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mémoire sûre, pas de pointeurs dangereux comme en 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483864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6027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8313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active, millions de packages disponibles sur pkg.go.dev.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233672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370832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435254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le Web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581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les APIs REST, les microservices et les applications cloud.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Les Inconvénients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402336" cy="402336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93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 limitées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est plus petit que JavaScript ou Python, surtout pour les domaines spécialisés.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6888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724912"/>
            <a:ext cx="402336" cy="402336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066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répétitive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926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pattern `if err != nil` revient souvent, ce qui alourdit le code.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6616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822192"/>
            <a:ext cx="402336" cy="402336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0390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🖥️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graphiques limitées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framework GUI natif de référence — principalement orienté serveur/CLI.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d'Utilisation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14600" cy="1554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251460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514600" cy="1554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80160"/>
            <a:ext cx="251460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280160"/>
            <a:ext cx="2514600" cy="1554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280160"/>
            <a:ext cx="251460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2514600" cy="1554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63240"/>
            <a:ext cx="251460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943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514600" cy="1554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63240"/>
            <a:ext cx="251460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3375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514600" cy="1554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63240"/>
            <a:ext cx="251460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0807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Utilisant 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5448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55448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 et utilisateur principal de Go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280160"/>
            <a:ext cx="155448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280160"/>
            <a:ext cx="155448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417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🐳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4884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conteneurisation entièrement en 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280160"/>
            <a:ext cx="155448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280160"/>
            <a:ext cx="155448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417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4048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haute performance avec Go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1280160"/>
            <a:ext cx="155448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0680" y="1280160"/>
            <a:ext cx="155448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1417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53212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Python vers Go pour les performances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1280160"/>
            <a:ext cx="155448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1280160"/>
            <a:ext cx="1554480" cy="64008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417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22376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vidéo à grande échelle en Go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E8F8FD"/>
          </a:solidFill>
          <a:ln w="12700">
            <a:solidFill>
              <a:srgbClr val="00A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1879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Pourquoi Go ? Pour sa rapidité d'exécution, sa simplicité opérationnelle et son excellente gestion de la concurrence à grande échelle.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0ACD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ACD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4008" cy="1371600"/>
          </a:xfrm>
          <a:prstGeom prst="rect">
            <a:avLst/>
          </a:prstGeom>
          <a:solidFill>
            <a:srgbClr val="00AC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457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" cy="347472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299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est un langage moderne, simple et élégant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47472" cy="347472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6883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apprendre pour les débutants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347472" cy="347472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performant pour les applications exigeantes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347472" cy="347472"/>
          </a:xfrm>
          <a:prstGeom prst="ellipse">
            <a:avLst/>
          </a:prstGeom>
          <a:solidFill>
            <a:srgbClr val="00ACD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050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Adopté par les plus grandes entreprises tech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486400" cy="36576"/>
          </a:xfrm>
          <a:prstGeom prst="rect">
            <a:avLst/>
          </a:prstGeom>
          <a:solidFill>
            <a:srgbClr val="00ACD7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est un excellent choix pour développer des applications rapides et robustes. 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 😊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(Golang) - Présentation</dc:title>
  <dc:subject>PptxGenJS Presentation</dc:subject>
  <dc:creator>PptxGenJS</dc:creator>
  <cp:lastModifiedBy>PptxGenJS</cp:lastModifiedBy>
  <cp:revision>1</cp:revision>
  <dcterms:created xsi:type="dcterms:W3CDTF">2026-06-04T08:57:08Z</dcterms:created>
  <dcterms:modified xsi:type="dcterms:W3CDTF">2026-06-04T08:57:08Z</dcterms:modified>
</cp:coreProperties>
</file>